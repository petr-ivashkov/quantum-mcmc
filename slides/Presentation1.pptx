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28E3-FB02-4B34-86DE-F7C4BBAFA035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B272-C521-40EC-81AA-7D4638B2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1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CA23-9806-6822-52CA-75AD8B6CD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D2A75-9818-1DEE-E5C9-DA29EDE5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D37E-018C-60F0-07C8-3A026BD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A15E-8F17-4CE8-D1A3-E07D505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EA65-246B-E3E2-0715-D6AD569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9EA9-DB9F-B821-720C-CA0E2A60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F370-2654-F4EA-2C2A-0546887A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1E95-6051-0551-A217-E922773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C48D-86CB-4627-BFCB-4746D9178311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7E94-3E07-91BA-03EE-E830A99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3394-F90B-CE76-EAD6-63D4E3A7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78E-692D-0604-B9CF-871561B7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8A15D-96BE-6E08-EA5A-8AB224D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7663-9625-2371-F4D9-6092021B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E2EF-515F-498D-8BB9-B67E834CFD61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A5B3-4CC4-0209-13E8-8E171B2A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389A-B7FC-A943-0CAD-3ABA7BC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9366-760E-B6F8-86DB-D271E92B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BAFE-CECF-5BE9-0FDA-B7FBC03E9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889-C8EF-D376-97FE-FA94D1D4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33F1-49AD-F3F6-E919-256FDF3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F7C4-377B-486C-B418-F226256A186D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CAFD-385B-F5B8-B168-8A384B7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69EC8-3284-BE0E-0272-7361CDC5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3FA8-83C6-1764-588D-A47AE41C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E0B9-2A06-AF64-6249-5244E2D6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F70F-5E14-46E3-B318-B3BC2348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8247D-AADF-7A4C-3EC4-54CA9086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318B5-DA4B-0FEA-F474-B27650565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1393-9DA7-62E0-5BC9-2CBCB0B0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C7D1-9343-474B-834F-BAAC0FAB6A1E}" type="datetime1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E7FC-6A58-DA3B-9995-B3A9592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271AA-56AD-39B6-65D9-E10ECFE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2B06-9B68-71A3-ED26-B44DD5A2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BC29-7B80-6181-9D4C-913615C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BC458-9A26-99DE-3B49-1324F85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D9B1-644D-4D76-6091-F9153E89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393DD-B2BD-E721-F76C-CE4B3924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DB9D-8971-8E58-DDAB-302E55AC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3C17-5FB1-3622-AF4E-683DB03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AA1-8973-CF87-2270-65B566C2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1DBE-C63E-96AC-CF85-3E52883E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B07F-1E3C-A512-3984-322D84CB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9F00-DD9A-5C49-06A0-09D62B6C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E7DD-4248-4F50-87C6-FE5804BF2EE3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8902C-EB9B-22B1-8A28-F0A1783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97D3D-57CA-2D35-8068-1BC94C0C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9E7-347E-C10B-07A6-C9009C53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8F97-A035-ECA5-56E7-74FAE0A6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242C-6920-CF11-0E18-211535CB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B7E67-1763-F6FD-D51E-D8FD59E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7905-95D3-4295-AD81-BEC290EDA7F1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E877A-FDC2-342D-4900-4D55C516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C373-F775-A420-BB2F-A2C94E0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11A-45D8-625C-43C1-38B0C16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919E2-B34B-3C5E-1019-A810731D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1378-591D-DF9E-6902-24A27042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02E0-7A69-435E-9B5F-F8D61173FBB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E94-2AB1-458D-FDAE-9C518C0E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6F9-7746-B039-D872-B77DFEFF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AEA68-3E56-0810-AB30-FBD124272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6F83-4C4A-CA81-EF8A-FD4000337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7705-BDE6-1934-4436-0125C9F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56E-1017-49D3-A14E-80AA959BE1C4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18BC-6E2F-E696-CB7D-ADB2B8A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A9F-EFFB-E307-8B19-BE9F2B5A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C336E-F219-E29B-A59F-8B850FA7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5D40-BC69-6CB2-DEA0-4A83393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CFDB-F218-CE66-5FAD-3F6C529F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D795-C0A7-4AC1-9893-D470461D3597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C1217-8DA5-15CA-4C87-3A0A283DE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A03D-3DE9-1615-6582-9238A833D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D31C-2718-D0C1-7F53-F8EEC4986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448A1-325C-BA0E-2A5D-652CDE6FD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107AE-1A37-929E-B33D-9B8DB157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BD0F9-AFC8-4867-8E81-FE7B5F7D1A05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06D23-FDB9-F888-2287-80A40C61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2E822-867D-D363-9B29-2ECA1870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9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8E06F-EC9F-A3FD-291B-E56FB283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75" y="2064323"/>
            <a:ext cx="3453225" cy="27293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28AF-BEAE-C1BA-9711-14F62D6F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A1BE-670A-42F6-A556-D500AFFC760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F787-AFDE-9B61-DBDA-3CDB2DE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5BB9-FDC6-B730-B254-3D4B192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235A0-7388-2CA0-18BB-BA45ECAB76B5}"/>
              </a:ext>
            </a:extLst>
          </p:cNvPr>
          <p:cNvSpPr txBox="1"/>
          <p:nvPr/>
        </p:nvSpPr>
        <p:spPr>
          <a:xfrm>
            <a:off x="838200" y="1098317"/>
            <a:ext cx="8546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over 50 random fully-connected </a:t>
            </a:r>
            <a:r>
              <a:rPr lang="en-US" dirty="0" err="1"/>
              <a:t>Ising</a:t>
            </a:r>
            <a:r>
              <a:rPr lang="en-US" dirty="0"/>
              <a:t> instances sampled from N(0,1)</a:t>
            </a:r>
          </a:p>
          <a:p>
            <a:r>
              <a:rPr lang="en-US" dirty="0"/>
              <a:t>No averaging over gammas and 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5841E-1EF4-ED28-35A9-5D00CF36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587" y="2064322"/>
            <a:ext cx="3453225" cy="2729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47E30-7439-7F36-A862-78D7354F0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387" y="2064321"/>
            <a:ext cx="3453225" cy="27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31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 Ivashkov</dc:creator>
  <cp:lastModifiedBy>Petr Ivashkov</cp:lastModifiedBy>
  <cp:revision>2</cp:revision>
  <dcterms:created xsi:type="dcterms:W3CDTF">2024-03-12T15:19:04Z</dcterms:created>
  <dcterms:modified xsi:type="dcterms:W3CDTF">2024-03-13T07:33:12Z</dcterms:modified>
</cp:coreProperties>
</file>