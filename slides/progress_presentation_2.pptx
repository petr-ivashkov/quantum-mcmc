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6" r:id="rId2"/>
    <p:sldId id="294" r:id="rId3"/>
    <p:sldId id="290" r:id="rId4"/>
    <p:sldId id="291" r:id="rId5"/>
    <p:sldId id="284" r:id="rId6"/>
    <p:sldId id="288" r:id="rId7"/>
    <p:sldId id="286" r:id="rId8"/>
    <p:sldId id="287" r:id="rId9"/>
    <p:sldId id="298" r:id="rId10"/>
    <p:sldId id="297" r:id="rId11"/>
    <p:sldId id="299" r:id="rId12"/>
    <p:sldId id="300" r:id="rId13"/>
    <p:sldId id="293" r:id="rId14"/>
    <p:sldId id="301" r:id="rId15"/>
    <p:sldId id="295" r:id="rId16"/>
    <p:sldId id="29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C28E3-FB02-4B34-86DE-F7C4BBAFA035}" type="datetimeFigureOut">
              <a:rPr lang="en-US" smtClean="0"/>
              <a:t>6/3/2024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8B272-C521-40EC-81AA-7D4638B25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19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CA23-9806-6822-52CA-75AD8B6CDB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D2A75-9818-1DEE-E5C9-DA29EDE50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9D37E-018C-60F0-07C8-3A026BD3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1B249-BBC1-499F-96FC-17ACFD62C0D2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CA15E-8F17-4CE8-D1A3-E07D505D2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1EA65-246B-E3E2-0715-D6AD569B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35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9EA9-DB9F-B821-720C-CA0E2A60A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9F370-2654-F4EA-2C2A-0546887AC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31E95-6051-0551-A217-E922773A4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CC48D-86CB-4627-BFCB-4746D9178311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F7E94-3E07-91BA-03EE-E830A99C3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03394-F90B-CE76-EAD6-63D4E3A7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8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8078E-692D-0604-B9CF-871561B7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8A15D-96BE-6E08-EA5A-8AB224D85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C7663-9625-2371-F4D9-6092021BD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CE2EF-515F-498D-8BB9-B67E834CFD61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0A5B3-4CC4-0209-13E8-8E171B2A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B389A-B7FC-A943-0CAD-3ABA7BCD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0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B9366-760E-B6F8-86DB-D271E92B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7BAFE-CECF-5BE9-0FDA-B7FBC03E9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96889-C8EF-D376-97FE-FA94D1D48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633F1-49AD-F3F6-E919-256FDF3DB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FF7C4-377B-486C-B418-F226256A186D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FCAFD-385B-F5B8-B168-8A384B772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69EC8-3284-BE0E-0272-7361CDC51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30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3FA8-83C6-1764-588D-A47AE41C5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3E0B9-2A06-AF64-6249-5244E2D67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DF70F-5E14-46E3-B318-B3BC2348E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68247D-AADF-7A4C-3EC4-54CA90866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2318B5-DA4B-0FEA-F474-B27650565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4E1393-9DA7-62E0-5BC9-2CBCB0B07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FC7D1-9343-474B-834F-BAAC0FAB6A1E}" type="datetime1">
              <a:rPr lang="en-US" smtClean="0"/>
              <a:t>6/3/2024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2E7FC-6A58-DA3B-9995-B3A95921F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E271AA-56AD-39B6-65D9-E10ECFE43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54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92B06-9B68-71A3-ED26-B44DD5A2F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A8BC29-7B80-6181-9D4C-913615C6F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6/3/2024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BC458-9A26-99DE-3B49-1324F854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7AD9B1-644D-4D76-6091-F9153E895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9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7393DD-B2BD-E721-F76C-CE4B3924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6/3/2024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4DB9D-8971-8E58-DDAB-302E55AC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F3C17-5FB1-3622-AF4E-683DB034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0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F0AA1-8973-CF87-2270-65B566C20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21DBE-C63E-96AC-CF85-3E52883ED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AB07F-1E3C-A512-3984-322D84CBD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D9F00-DD9A-5C49-06A0-09D62B6CB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E7DD-4248-4F50-87C6-FE5804BF2EE3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8902C-EB9B-22B1-8A28-F0A1783F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97D3D-57CA-2D35-8068-1BC94C0C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35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559E7-347E-C10B-07A6-C9009C53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C8F97-A035-ECA5-56E7-74FAE0A6D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9242C-6920-CF11-0E18-211535CBB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B7E67-1763-F6FD-D51E-D8FD59E6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B7905-95D3-4295-AD81-BEC290EDA7F1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E877A-FDC2-342D-4900-4D55C516A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5C373-F775-A420-BB2F-A2C94E053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37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F11A-45D8-625C-43C1-38B0C160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9919E2-B34B-3C5E-1019-A810731D7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41378-591D-DF9E-6902-24A270428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202E0-7A69-435E-9B5F-F8D61173FBBB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8AE94-2AB1-458D-FDAE-9C518C0EA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766F9-7746-B039-D872-B77DFEFF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246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4AEA68-3E56-0810-AB30-FBD124272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A6F83-4C4A-CA81-EF8A-FD4000337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B7705-BDE6-1934-4436-0125C9F94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756E-1017-49D3-A14E-80AA959BE1C4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F18BC-6E2F-E696-CB7D-ADB2B8A8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28A9F-EFFB-E307-8B19-BE9F2B5A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8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CC336E-F219-E29B-A59F-8B850FA7B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E5D40-BC69-6CB2-DEA0-4A833930A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1CFDB-F218-CE66-5FAD-3F6C529F3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CD795-C0A7-4AC1-9893-D470461D3597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C1217-8DA5-15CA-4C87-3A0A283DE6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9A03D-3DE9-1615-6582-9238A833DE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17B02-F301-4794-AD40-E8EE819BB4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93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3309-8C5C-B6C1-0D07-0A6330843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4717" y="510661"/>
            <a:ext cx="9144000" cy="2387600"/>
          </a:xfrm>
        </p:spPr>
        <p:txBody>
          <a:bodyPr/>
          <a:lstStyle/>
          <a:p>
            <a:r>
              <a:rPr lang="en-US" dirty="0"/>
              <a:t>Semester project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09C86B-2973-BF57-0471-45009B7EB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5263" y="3872626"/>
            <a:ext cx="8522737" cy="1655762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de-DE" dirty="0" err="1"/>
              <a:t>Grid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at different </a:t>
            </a:r>
            <a:r>
              <a:rPr lang="de-DE" b="1" i="1" dirty="0"/>
              <a:t>T</a:t>
            </a:r>
            <a:endParaRPr lang="en-US" dirty="0"/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Phase diagram of </a:t>
            </a:r>
            <a:r>
              <a:rPr lang="en-US" i="1" dirty="0"/>
              <a:t>H(</a:t>
            </a:r>
            <a:r>
              <a:rPr lang="el-GR" b="1" i="1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γ</a:t>
            </a:r>
            <a:r>
              <a:rPr lang="en-US" i="1" dirty="0"/>
              <a:t>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Reverse annealing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C21B8-10F6-6672-21DD-72B360C3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1B249-BBC1-499F-96FC-17ACFD62C0D2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D26D6-10CB-1361-7ACB-B2284E364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4B903-3FDC-0DCD-3903-BA71818C8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1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76D8-3134-D54A-8082-3445F7D9A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Grid</a:t>
            </a:r>
            <a:r>
              <a:rPr lang="de-DE" dirty="0"/>
              <a:t> </a:t>
            </a:r>
            <a:r>
              <a:rPr lang="de-DE" dirty="0" err="1"/>
              <a:t>search</a:t>
            </a:r>
            <a:r>
              <a:rPr lang="de-DE" dirty="0"/>
              <a:t> at different </a:t>
            </a:r>
            <a:r>
              <a:rPr lang="de-DE" b="1" i="1" dirty="0"/>
              <a:t>T</a:t>
            </a:r>
            <a:endParaRPr lang="en-US" b="1" i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F4B570-70A2-2155-C7BD-C457A6175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7574C-D71B-3080-2B79-FF3F551BF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33870-4BA0-BC82-0E94-DB6EFC37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89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620641-0ABE-727B-1B49-24ECCFD3E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6/3/2024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389497-6AFB-6956-B6B3-F09084E10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419F0-AE83-B8DD-1B0D-A1D0C79DA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3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9DEEA2-6039-B328-B394-885166977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408" y="4020729"/>
            <a:ext cx="3388108" cy="16983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165FA6-DDCB-81A3-E864-49EB02F0D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156" y="2333149"/>
            <a:ext cx="3388108" cy="16983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298D33-BF67-650B-62A2-3EB524BDB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54" y="624045"/>
            <a:ext cx="3388108" cy="16983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DA1133-7414-97B3-F5F9-6A57D1562D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850" y="2333146"/>
            <a:ext cx="3388108" cy="169834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E44E671-15C8-0826-5549-14970A9C38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3138" y="4020730"/>
            <a:ext cx="3388108" cy="169834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6E8FAB5-A40A-F3E6-B20D-C666D01F04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1408" y="2333146"/>
            <a:ext cx="3388108" cy="169834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45A393E-D46D-1C59-9D3C-C4CDF7A52C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5850" y="624045"/>
            <a:ext cx="3388108" cy="169834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3063AD2-4B4F-4C19-5CAF-C740D53337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1408" y="645563"/>
            <a:ext cx="3388108" cy="169834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949C7-A12C-BD78-0467-75B913D723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154" y="4020731"/>
            <a:ext cx="3388108" cy="169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85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FC8D1F1D-8CB7-FDFE-A617-68228B0E2A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432" t="53356"/>
          <a:stretch/>
        </p:blipFill>
        <p:spPr>
          <a:xfrm>
            <a:off x="5150499" y="1048435"/>
            <a:ext cx="1611666" cy="79216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5162FB-9048-0A07-6742-0CA4EAD62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6/3/2024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6D6CB-9E4E-3C05-E1E1-990D76F93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51C65-F046-704D-8568-697488CDB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6C1485-D16F-4A4C-4CB8-D15854FB3D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432" t="53356"/>
          <a:stretch/>
        </p:blipFill>
        <p:spPr>
          <a:xfrm>
            <a:off x="5135925" y="1862283"/>
            <a:ext cx="1611668" cy="7921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2764-ACF3-5496-1D74-8102D839CD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2621" t="53356"/>
          <a:stretch/>
        </p:blipFill>
        <p:spPr>
          <a:xfrm>
            <a:off x="5150499" y="2632930"/>
            <a:ext cx="1605246" cy="7921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15B86B-D198-4E72-BDB6-BD9522120BD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2432" t="53356"/>
          <a:stretch/>
        </p:blipFill>
        <p:spPr>
          <a:xfrm>
            <a:off x="5150499" y="4238784"/>
            <a:ext cx="1611668" cy="7921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9A1724-47AD-4448-6162-00FF2EE1193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2432" t="53356"/>
          <a:stretch/>
        </p:blipFill>
        <p:spPr>
          <a:xfrm>
            <a:off x="5150499" y="3446616"/>
            <a:ext cx="1611666" cy="7921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C42B834-1413-0B60-2C4B-B5E367C828D7}"/>
              </a:ext>
            </a:extLst>
          </p:cNvPr>
          <p:cNvSpPr txBox="1"/>
          <p:nvPr/>
        </p:nvSpPr>
        <p:spPr>
          <a:xfrm>
            <a:off x="4021534" y="1209040"/>
            <a:ext cx="862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0.5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B409CC-46D4-2D14-74AC-3104F3C6BEC5}"/>
              </a:ext>
            </a:extLst>
          </p:cNvPr>
          <p:cNvSpPr txBox="1"/>
          <p:nvPr/>
        </p:nvSpPr>
        <p:spPr>
          <a:xfrm>
            <a:off x="4042372" y="2051897"/>
            <a:ext cx="68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1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FDFB8F-E9B9-62FF-5BF0-2FF071D2F784}"/>
              </a:ext>
            </a:extLst>
          </p:cNvPr>
          <p:cNvSpPr txBox="1"/>
          <p:nvPr/>
        </p:nvSpPr>
        <p:spPr>
          <a:xfrm>
            <a:off x="4042372" y="2842177"/>
            <a:ext cx="63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866169-FA46-DFE6-AC42-39D08F91A860}"/>
              </a:ext>
            </a:extLst>
          </p:cNvPr>
          <p:cNvSpPr txBox="1"/>
          <p:nvPr/>
        </p:nvSpPr>
        <p:spPr>
          <a:xfrm>
            <a:off x="4042372" y="3612822"/>
            <a:ext cx="68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4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7E5ACB-EBDF-42B1-3F32-88B4B231E5A0}"/>
              </a:ext>
            </a:extLst>
          </p:cNvPr>
          <p:cNvSpPr txBox="1"/>
          <p:nvPr/>
        </p:nvSpPr>
        <p:spPr>
          <a:xfrm>
            <a:off x="4042372" y="4427149"/>
            <a:ext cx="635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= 8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F81F62D-D87C-AAFE-9335-73AF3FE7AF61}"/>
              </a:ext>
            </a:extLst>
          </p:cNvPr>
          <p:cNvCxnSpPr>
            <a:cxnSpLocks/>
          </p:cNvCxnSpPr>
          <p:nvPr/>
        </p:nvCxnSpPr>
        <p:spPr>
          <a:xfrm>
            <a:off x="5910580" y="1209040"/>
            <a:ext cx="246380" cy="321810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116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76D8-3134-D54A-8082-3445F7D9A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diagram of </a:t>
            </a:r>
            <a:r>
              <a:rPr lang="en-US" i="1" dirty="0"/>
              <a:t>H(</a:t>
            </a:r>
            <a:r>
              <a:rPr lang="el-GR" b="1" i="1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γ</a:t>
            </a:r>
            <a:r>
              <a:rPr lang="en-US" i="1" dirty="0"/>
              <a:t>)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F4B570-70A2-2155-C7BD-C457A6175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6/3/2024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7574C-D71B-3080-2B79-FF3F551BF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33870-4BA0-BC82-0E94-DB6EFC37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237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2C87D7-DCD8-197A-03C4-8367BE0E7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6/3/2024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B68F98-CA60-90CB-3F56-B63153A39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76AAB-BF43-E6A5-A531-3EA15C053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4BC3F9-8635-CFFB-04ED-A8B7218A1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16" y="1369239"/>
            <a:ext cx="7919484" cy="39697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83C461-CD28-5542-3D2F-324FE5D30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0" y="2999474"/>
            <a:ext cx="2584065" cy="101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075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EAE62F-8B59-3EE7-0303-257E60AB0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6/3/2024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744F15-64AA-DAE0-7B92-79F46A6B2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53465-F8F2-EAF9-FB88-BEE8A8B6A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C5B590-0C56-72F8-A4A7-3A6383EEE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24" y="1533372"/>
            <a:ext cx="8067243" cy="404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773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9FA2D0-EFB0-A06F-5045-1082FD1AB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6/3/2024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04A3EC-C3FE-E667-9559-B08AAA0E1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2D25A-E6C1-8593-15CB-66138B4E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6FF03D-4380-859A-07D2-EAB0111AD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55" y="1660598"/>
            <a:ext cx="7516345" cy="377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08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348AB-37C9-7B20-DBA7-F4DE777A6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Reverse </a:t>
            </a:r>
            <a:r>
              <a:rPr lang="de-DE" dirty="0" err="1"/>
              <a:t>annealing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501A8C-3F4F-B5DD-3AB7-BF236530D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65151-1583-7844-F682-DE2AFD8D2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56FCAA-5074-32CE-79E4-46A90C84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87DE64-6F41-8D99-269E-04E6894A2D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771"/>
          <a:stretch/>
        </p:blipFill>
        <p:spPr>
          <a:xfrm>
            <a:off x="703757" y="1690688"/>
            <a:ext cx="6440181" cy="13444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0A7EED-D37D-90F7-952F-6534518750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783"/>
          <a:stretch/>
        </p:blipFill>
        <p:spPr>
          <a:xfrm>
            <a:off x="703757" y="3214393"/>
            <a:ext cx="6830747" cy="13444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572AB93-5FBE-C511-FC01-E62E74EFC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5224" y="3214393"/>
            <a:ext cx="2333951" cy="18100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714BC85-5B71-3913-2723-E4EAE0A5B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668171"/>
            <a:ext cx="5892905" cy="15788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8F4406C-CC00-FAED-12C9-EAB26FE55C91}"/>
              </a:ext>
            </a:extLst>
          </p:cNvPr>
          <p:cNvSpPr/>
          <p:nvPr/>
        </p:nvSpPr>
        <p:spPr>
          <a:xfrm>
            <a:off x="838200" y="3642360"/>
            <a:ext cx="6591300" cy="91651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03295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D03B8E-19B4-FFC5-59CA-C598136CE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88A89-FB29-4065-BFA1-D3292247443E}" type="datetime1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6EE672-1EDF-6A28-7FE3-915536E70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BAB01-43B1-7A3F-AD48-61FD6F8B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FCAA97-B0F9-BE4A-1CA2-6E36DAD70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78509"/>
            <a:ext cx="6567435" cy="503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32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11682-5427-D8D2-4331-06F9CBE12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Annealing </a:t>
            </a:r>
            <a:r>
              <a:rPr lang="de-DE" dirty="0" err="1"/>
              <a:t>schedules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3FC4EB-C485-99F5-7F4C-F2E55DF91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EDAB35-4952-6FB0-8190-7FB5DFD5E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6635B-1391-7009-0353-8B5EDBA80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14AC2E-B713-727F-A5DD-C4FA1A2FF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21" y="2230914"/>
            <a:ext cx="8894968" cy="33068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31A4D6-6122-1895-996C-740FE8D693B1}"/>
              </a:ext>
            </a:extLst>
          </p:cNvPr>
          <p:cNvSpPr txBox="1"/>
          <p:nvPr/>
        </p:nvSpPr>
        <p:spPr>
          <a:xfrm>
            <a:off x="9555585" y="843240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n</a:t>
            </a:r>
            <a:r>
              <a:rPr lang="de-DE" dirty="0"/>
              <a:t> =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727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5C39B-64E5-01E7-54FE-0C303E69B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Annealing </a:t>
            </a:r>
            <a:r>
              <a:rPr lang="de-DE" dirty="0" err="1"/>
              <a:t>schedules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FA6876-4BB1-E9B8-9E64-F5D83360F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CD2639-2542-AD3E-99A7-BD653F0A2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3C5C68-3AF8-B041-014C-CF95E7A6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9B9E4E-D8FF-B8AB-C224-EC11DAEBD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082165"/>
            <a:ext cx="9582150" cy="3562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D2315B-6832-FB6A-97E6-1F349D097132}"/>
              </a:ext>
            </a:extLst>
          </p:cNvPr>
          <p:cNvSpPr txBox="1"/>
          <p:nvPr/>
        </p:nvSpPr>
        <p:spPr>
          <a:xfrm>
            <a:off x="9555585" y="843240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n</a:t>
            </a:r>
            <a:r>
              <a:rPr lang="de-DE" dirty="0"/>
              <a:t> =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158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2A79C-09CA-0ABB-24AD-BABF1203D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Landau-</a:t>
            </a:r>
            <a:r>
              <a:rPr lang="de-DE" dirty="0" err="1"/>
              <a:t>Zener</a:t>
            </a:r>
            <a:r>
              <a:rPr lang="de-DE" dirty="0"/>
              <a:t> </a:t>
            </a:r>
            <a:r>
              <a:rPr lang="de-DE" dirty="0" err="1"/>
              <a:t>transitions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A85890-E6E9-751C-CB30-B0B244C16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C11576-CDA3-29A5-A039-AE9EB3FC2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86590-C532-B367-229B-6AF346D4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4706BC-31D6-8080-5B47-78618FCDAE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34"/>
          <a:stretch/>
        </p:blipFill>
        <p:spPr>
          <a:xfrm>
            <a:off x="1617462" y="2584864"/>
            <a:ext cx="8957075" cy="260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194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AACB3-94DB-6259-EF20-156063262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First </a:t>
            </a:r>
            <a:r>
              <a:rPr lang="de-DE" dirty="0" err="1"/>
              <a:t>results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65CCB5-3BB9-11BB-C90F-E64677C3C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64CE0-90B9-CD1A-FA74-6751358A1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58FEC-5310-220E-21BF-4991039C7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14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7851507-2617-DB7A-48C2-80888F688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265" y="2166144"/>
            <a:ext cx="4412954" cy="34116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61687B4-CA94-6688-5441-251CD038A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91" y="2166144"/>
            <a:ext cx="4412955" cy="341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905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76D8-3134-D54A-8082-3445F7D9A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Backup </a:t>
            </a:r>
            <a:r>
              <a:rPr lang="de-DE" dirty="0" err="1"/>
              <a:t>slides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F4B570-70A2-2155-C7BD-C457A6175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7574C-D71B-3080-2B79-FF3F551BF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33870-4BA0-BC82-0E94-DB6EFC37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666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05FDE-B149-6416-ADB6-A5E801145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Energy </a:t>
            </a:r>
            <a:r>
              <a:rPr lang="de-DE" dirty="0" err="1"/>
              <a:t>spectrum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spin</a:t>
            </a:r>
            <a:r>
              <a:rPr lang="de-DE" dirty="0"/>
              <a:t> </a:t>
            </a:r>
            <a:r>
              <a:rPr lang="de-DE" dirty="0" err="1"/>
              <a:t>glass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CDADCF-1EA8-A908-F7DE-A28E038D0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525A6-AB2C-4381-9F5E-305438172ED9}" type="datetime1">
              <a:rPr lang="en-US" smtClean="0"/>
              <a:t>6/3/2024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62DA3-5EB5-ECCD-1466-931962C88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Quantum MCMC Semester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02143-D1F1-0816-C46B-C4D44F39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17B02-F301-4794-AD40-E8EE819BB4A2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271940-6964-137F-A41D-1A9D145DE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604" y="2051649"/>
            <a:ext cx="3949471" cy="3943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089160-BA09-85EC-46E3-42E5695C5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940" y="2051649"/>
            <a:ext cx="3949471" cy="394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18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7808</TotalTime>
  <Words>164</Words>
  <Application>Microsoft Office PowerPoint</Application>
  <PresentationFormat>Widescreen</PresentationFormat>
  <Paragraphs>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Google Sans</vt:lpstr>
      <vt:lpstr>Office Theme</vt:lpstr>
      <vt:lpstr>Semester project meeting</vt:lpstr>
      <vt:lpstr>Grid search at different T</vt:lpstr>
      <vt:lpstr>PowerPoint Presentation</vt:lpstr>
      <vt:lpstr>PowerPoint Presentation</vt:lpstr>
      <vt:lpstr>Phase diagram of H(γ)</vt:lpstr>
      <vt:lpstr>PowerPoint Presentation</vt:lpstr>
      <vt:lpstr>PowerPoint Presentation</vt:lpstr>
      <vt:lpstr>PowerPoint Presentation</vt:lpstr>
      <vt:lpstr>Reverse annealing</vt:lpstr>
      <vt:lpstr>PowerPoint Presentation</vt:lpstr>
      <vt:lpstr>Annealing schedules</vt:lpstr>
      <vt:lpstr>Annealing schedules</vt:lpstr>
      <vt:lpstr>Landau-Zener transitions</vt:lpstr>
      <vt:lpstr>First results</vt:lpstr>
      <vt:lpstr>Backup slides</vt:lpstr>
      <vt:lpstr>Energy spectrum of the spin glass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Petr Ivashkov</dc:creator>
  <cp:lastModifiedBy>Petr Ivashkov</cp:lastModifiedBy>
  <cp:revision>129</cp:revision>
  <dcterms:created xsi:type="dcterms:W3CDTF">2024-03-12T15:19:04Z</dcterms:created>
  <dcterms:modified xsi:type="dcterms:W3CDTF">2024-06-04T11:31:45Z</dcterms:modified>
</cp:coreProperties>
</file>