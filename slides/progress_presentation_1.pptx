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66" r:id="rId2"/>
    <p:sldId id="263" r:id="rId3"/>
    <p:sldId id="264" r:id="rId4"/>
    <p:sldId id="265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643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9C28E3-FB02-4B34-86DE-F7C4BBAFA035}" type="datetimeFigureOut">
              <a:rPr lang="en-US" smtClean="0"/>
              <a:t>3/26/2024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38B272-C521-40EC-81AA-7D4638B25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12191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6CA23-9806-6822-52CA-75AD8B6CDB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AD2A75-9818-1DEE-E5C9-DA29EDE506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49D37E-018C-60F0-07C8-3A026BD31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E1B249-BBC1-499F-96FC-17ACFD62C0D2}" type="datetime1">
              <a:rPr lang="en-US" smtClean="0"/>
              <a:t>3/26/2024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0CA15E-8F17-4CE8-D1A3-E07D505D2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01EA65-246B-E3E2-0715-D6AD569B1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0353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C9EA9-DB9F-B821-720C-CA0E2A60A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9F370-2654-F4EA-2C2A-0546887ACD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931E95-6051-0551-A217-E922773A4B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CC48D-86CB-4627-BFCB-4746D9178311}" type="datetime1">
              <a:rPr lang="en-US" smtClean="0"/>
              <a:t>3/26/2024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DF7E94-3E07-91BA-03EE-E830A99C3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503394-F90B-CE76-EAD6-63D4E3A70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11833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8078E-692D-0604-B9CF-871561B75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98A15D-96BE-6E08-EA5A-8AB224D851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8C7663-9625-2371-F4D9-6092021BD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CE2EF-515F-498D-8BB9-B67E834CFD61}" type="datetime1">
              <a:rPr lang="en-US" smtClean="0"/>
              <a:t>3/26/2024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60A5B3-4CC4-0209-13E8-8E171B2A2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FB389A-B7FC-A943-0CAD-3ABA7BCD1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402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0B9366-760E-B6F8-86DB-D271E92BB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D7BAFE-CECF-5BE9-0FDA-B7FBC03E9C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D96889-C8EF-D376-97FE-FA94D1D480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633F1-49AD-F3F6-E919-256FDF3DB5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FF7C4-377B-486C-B418-F226256A186D}" type="datetime1">
              <a:rPr lang="en-US" smtClean="0"/>
              <a:t>3/26/2024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1FCAFD-385B-F5B8-B168-8A384B772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D69EC8-3284-BE0E-0272-7361CDC51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130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53FA8-83C6-1764-588D-A47AE41C5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13E0B9-2A06-AF64-6249-5244E2D67C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3DF70F-5E14-46E3-B318-B3BC2348E3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68247D-AADF-7A4C-3EC4-54CA908662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2318B5-DA4B-0FEA-F474-B27650565A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24E1393-9DA7-62E0-5BC9-2CBCB0B07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6FC7D1-9343-474B-834F-BAAC0FAB6A1E}" type="datetime1">
              <a:rPr lang="en-US" smtClean="0"/>
              <a:t>3/26/2024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72E7FC-6A58-DA3B-9995-B3A95921F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5E271AA-56AD-39B6-65D9-E10ECFE43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6540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92B06-9B68-71A3-ED26-B44DD5A2F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A8BC29-7B80-6181-9D4C-913615C6F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525A6-AB2C-4381-9F5E-305438172ED9}" type="datetime1">
              <a:rPr lang="en-US" smtClean="0"/>
              <a:t>3/26/2024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3BC458-9A26-99DE-3B49-1324F85454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7AD9B1-644D-4D76-6091-F9153E895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591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7393DD-B2BD-E721-F76C-CE4B39247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88A89-FB29-4065-BFA1-D3292247443E}" type="datetime1">
              <a:rPr lang="en-US" smtClean="0"/>
              <a:t>3/26/2024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F4DB9D-8971-8E58-DDAB-302E55AC09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9F3C17-5FB1-3622-AF4E-683DB0342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8004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F0AA1-8973-CF87-2270-65B566C20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21DBE-C63E-96AC-CF85-3E52883ED3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1AB07F-1E3C-A512-3984-322D84CBD0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9D9F00-DD9A-5C49-06A0-09D62B6CB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0E7DD-4248-4F50-87C6-FE5804BF2EE3}" type="datetime1">
              <a:rPr lang="en-US" smtClean="0"/>
              <a:t>3/26/2024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A8902C-EB9B-22B1-8A28-F0A1783FF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97D3D-57CA-2D35-8068-1BC94C0CC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6350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559E7-347E-C10B-07A6-C9009C53C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1C8F97-A035-ECA5-56E7-74FAE0A6D7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29242C-6920-CF11-0E18-211535CBB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9B7E67-1763-F6FD-D51E-D8FD59E68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B7905-95D3-4295-AD81-BEC290EDA7F1}" type="datetime1">
              <a:rPr lang="en-US" smtClean="0"/>
              <a:t>3/26/2024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DE877A-FDC2-342D-4900-4D55C516A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65C373-F775-A420-BB2F-A2C94E053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637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7F11A-45D8-625C-43C1-38B0C160F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9919E2-B34B-3C5E-1019-A810731D79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B41378-591D-DF9E-6902-24A270428B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202E0-7A69-435E-9B5F-F8D61173FBBB}" type="datetime1">
              <a:rPr lang="en-US" smtClean="0"/>
              <a:t>3/26/2024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58AE94-2AB1-458D-FDAE-9C518C0EA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B766F9-7746-B039-D872-B77DFEFF0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2461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4AEA68-3E56-0810-AB30-FBD124272F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FA6F83-4C4A-CA81-EF8A-FD4000337A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0B7705-BDE6-1934-4436-0125C9F94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B756E-1017-49D3-A14E-80AA959BE1C4}" type="datetime1">
              <a:rPr lang="en-US" smtClean="0"/>
              <a:t>3/26/2024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AF18BC-6E2F-E696-CB7D-ADB2B8A8D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828A9F-EFFB-E307-8B19-BE9F2B5A6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487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CC336E-F219-E29B-A59F-8B850FA7B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4E5D40-BC69-6CB2-DEA0-4A833930A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21CFDB-F218-CE66-5FAD-3F6C529F34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CD795-C0A7-4AC1-9893-D470461D3597}" type="datetime1">
              <a:rPr lang="en-US" smtClean="0"/>
              <a:t>3/26/2024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2C1217-8DA5-15CA-4C87-3A0A283DE6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Quantum MCMC Semester Project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B9A03D-3DE9-1615-6582-9238A833D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317B02-F301-4794-AD40-E8EE819BB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393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13309-8C5C-B6C1-0D07-0A6330843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Progress presentation #1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09C86B-2973-BF57-0471-45009B7EBC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45263" y="3872626"/>
            <a:ext cx="8522737" cy="1655762"/>
          </a:xfrm>
        </p:spPr>
        <p:txBody>
          <a:bodyPr/>
          <a:lstStyle/>
          <a:p>
            <a:pPr marL="457200" indent="-457200" algn="l">
              <a:buFont typeface="+mj-lt"/>
              <a:buAutoNum type="arabicPeriod"/>
            </a:pPr>
            <a:r>
              <a:rPr lang="en-US" dirty="0"/>
              <a:t>Temperature sweeps up to </a:t>
            </a:r>
            <a:r>
              <a:rPr lang="en-US" b="1" dirty="0"/>
              <a:t>n</a:t>
            </a:r>
            <a:r>
              <a:rPr lang="en-US" dirty="0"/>
              <a:t>=8 (consistent with the paper)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dirty="0"/>
              <a:t>Grid search over </a:t>
            </a:r>
            <a:r>
              <a:rPr lang="el-GR" b="1" i="1" dirty="0">
                <a:solidFill>
                  <a:srgbClr val="1F1F1F"/>
                </a:solidFill>
                <a:effectLst/>
                <a:highlight>
                  <a:srgbClr val="FFFFFF"/>
                </a:highlight>
                <a:latin typeface="Google Sans"/>
              </a:rPr>
              <a:t>γ</a:t>
            </a:r>
            <a:r>
              <a:rPr lang="en-US" dirty="0"/>
              <a:t> and </a:t>
            </a:r>
            <a:r>
              <a:rPr lang="en-US" b="1" i="1" dirty="0"/>
              <a:t>t </a:t>
            </a:r>
            <a:r>
              <a:rPr lang="en-US" dirty="0"/>
              <a:t>(interesting results)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C21B8-10F6-6672-21DD-72B360C38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E1B249-BBC1-499F-96FC-17ACFD62C0D2}" type="datetime1">
              <a:rPr lang="en-US" smtClean="0"/>
              <a:t>3/26/2024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1D26D6-10CB-1361-7ACB-B2284E364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F4B903-3FDC-0DCD-3903-BA71818C8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417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E156E-53FA-6306-F162-5A40D3306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Temperature sweep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DA72F1-2F5D-41BB-9B10-3D83724F8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525A6-AB2C-4381-9F5E-305438172ED9}" type="datetime1">
              <a:rPr lang="en-US" smtClean="0"/>
              <a:t>3/26/2024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45C2B7-CD75-20B9-DD9B-9999AC019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D75BED-7DEB-D8AC-98C7-FF676984C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9C2CD7-2FF4-CF23-3FA3-5B5A8E2658C1}"/>
              </a:ext>
            </a:extLst>
          </p:cNvPr>
          <p:cNvSpPr txBox="1"/>
          <p:nvPr/>
        </p:nvSpPr>
        <p:spPr>
          <a:xfrm>
            <a:off x="5873423" y="835833"/>
            <a:ext cx="6992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Average over 100 random </a:t>
            </a:r>
            <a:r>
              <a:rPr lang="en-US" dirty="0" err="1"/>
              <a:t>Ising</a:t>
            </a:r>
            <a:r>
              <a:rPr lang="en-US" dirty="0"/>
              <a:t> instances: h</a:t>
            </a:r>
            <a:r>
              <a:rPr lang="en-US" baseline="-25000" dirty="0"/>
              <a:t>i</a:t>
            </a:r>
            <a:r>
              <a:rPr lang="en-US" dirty="0"/>
              <a:t>,</a:t>
            </a:r>
            <a:r>
              <a:rPr lang="en-US" baseline="-25000" dirty="0"/>
              <a:t> </a:t>
            </a:r>
            <a:r>
              <a:rPr lang="en-US" dirty="0" err="1"/>
              <a:t>J</a:t>
            </a:r>
            <a:r>
              <a:rPr lang="en-US" baseline="-25000" dirty="0" err="1"/>
              <a:t>ij</a:t>
            </a:r>
            <a:r>
              <a:rPr lang="en-US" dirty="0"/>
              <a:t> ~ N(0,1)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4FFD742-3069-ED86-AE3D-EB626E4C1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0957" y="3871167"/>
            <a:ext cx="2801337" cy="21657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7E38547-FFC8-656B-6847-F90C52409C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3015" y="3856428"/>
            <a:ext cx="2801337" cy="216573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19B74A7-F9D0-6C95-8B0A-167F453F2E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8899" y="3871167"/>
            <a:ext cx="2801337" cy="216574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0412C5A-9AD4-C06C-47B1-CCEF8E8662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3014" y="1690688"/>
            <a:ext cx="2801337" cy="216574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999FB60-D1C9-D303-C949-AEBB9A835E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0338" y="1690688"/>
            <a:ext cx="2801337" cy="2165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761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03D4E-CB53-C38C-24B8-B3385DDEF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Grid search over </a:t>
            </a:r>
            <a:r>
              <a:rPr lang="el-GR" i="1" dirty="0">
                <a:solidFill>
                  <a:srgbClr val="1F1F1F"/>
                </a:solidFill>
                <a:effectLst/>
                <a:highlight>
                  <a:srgbClr val="FFFFFF"/>
                </a:highlight>
                <a:latin typeface="Google Sans"/>
              </a:rPr>
              <a:t>γ</a:t>
            </a:r>
            <a:r>
              <a:rPr lang="en-US" dirty="0"/>
              <a:t> and </a:t>
            </a:r>
            <a:r>
              <a:rPr lang="en-US" b="1" i="1" dirty="0"/>
              <a:t>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62BF3F-A509-8160-5896-493F5E714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525A6-AB2C-4381-9F5E-305438172ED9}" type="datetime1">
              <a:rPr lang="en-US" smtClean="0"/>
              <a:t>3/26/2024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D3BC78-C961-4999-90F6-69D0D8954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F315B8-5D4F-44F9-E0C6-502E72970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3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90C8EDE-C795-558F-8F18-7ACC22C8C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2298" y="1690688"/>
            <a:ext cx="8561375" cy="4296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8205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E5D97-09B6-F2C2-9073-9D0E79089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Grid search over </a:t>
            </a:r>
            <a:r>
              <a:rPr lang="el-GR" i="1" dirty="0">
                <a:solidFill>
                  <a:srgbClr val="1F1F1F"/>
                </a:solidFill>
                <a:effectLst/>
                <a:highlight>
                  <a:srgbClr val="FFFFFF"/>
                </a:highlight>
                <a:latin typeface="Google Sans"/>
              </a:rPr>
              <a:t>γ</a:t>
            </a:r>
            <a:r>
              <a:rPr lang="en-US" dirty="0"/>
              <a:t> and </a:t>
            </a:r>
            <a:r>
              <a:rPr lang="en-US" b="1" i="1" dirty="0"/>
              <a:t>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AFA69D-2D38-6314-5716-04719E3B9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525A6-AB2C-4381-9F5E-305438172ED9}" type="datetime1">
              <a:rPr lang="en-US" smtClean="0"/>
              <a:t>3/26/2024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5764D5-16E8-9A32-C303-62FBF50CE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D3EB8B-7291-BAC9-AD3B-D5590655F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7B3C0E-CFA5-0137-A6BC-F65C721E60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817" y="1832880"/>
            <a:ext cx="8130365" cy="4029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1152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1980</TotalTime>
  <Words>80</Words>
  <Application>Microsoft Office PowerPoint</Application>
  <PresentationFormat>Widescreen</PresentationFormat>
  <Paragraphs>19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Google Sans</vt:lpstr>
      <vt:lpstr>Office Theme</vt:lpstr>
      <vt:lpstr>Progress presentation #1</vt:lpstr>
      <vt:lpstr>Temperature sweep</vt:lpstr>
      <vt:lpstr>Grid search over γ and t</vt:lpstr>
      <vt:lpstr>Grid search over γ and 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Petr Ivashkov</dc:creator>
  <cp:lastModifiedBy>Petr Ivashkov</cp:lastModifiedBy>
  <cp:revision>28</cp:revision>
  <dcterms:created xsi:type="dcterms:W3CDTF">2024-03-12T15:19:04Z</dcterms:created>
  <dcterms:modified xsi:type="dcterms:W3CDTF">2024-03-26T19:20:24Z</dcterms:modified>
</cp:coreProperties>
</file>