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6" r:id="rId2"/>
    <p:sldId id="263" r:id="rId3"/>
    <p:sldId id="264" r:id="rId4"/>
    <p:sldId id="268" r:id="rId5"/>
    <p:sldId id="270" r:id="rId6"/>
    <p:sldId id="272" r:id="rId7"/>
    <p:sldId id="274" r:id="rId8"/>
    <p:sldId id="276" r:id="rId9"/>
    <p:sldId id="267" r:id="rId10"/>
    <p:sldId id="269" r:id="rId11"/>
    <p:sldId id="271" r:id="rId12"/>
    <p:sldId id="273" r:id="rId13"/>
    <p:sldId id="275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24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C28E3-FB02-4B34-86DE-F7C4BBAFA03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8B272-C521-40EC-81AA-7D4638B2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1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CA23-9806-6822-52CA-75AD8B6CD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D2A75-9818-1DEE-E5C9-DA29EDE50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9D37E-018C-60F0-07C8-3A026BD3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B249-BBC1-499F-96FC-17ACFD62C0D2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CA15E-8F17-4CE8-D1A3-E07D505D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1EA65-246B-E3E2-0715-D6AD569B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3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9EA9-DB9F-B821-720C-CA0E2A60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F370-2654-F4EA-2C2A-0546887A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1E95-6051-0551-A217-E922773A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C48D-86CB-4627-BFCB-4746D9178311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F7E94-3E07-91BA-03EE-E830A99C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3394-F90B-CE76-EAD6-63D4E3A7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8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078E-692D-0604-B9CF-871561B7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8A15D-96BE-6E08-EA5A-8AB224D8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C7663-9625-2371-F4D9-6092021B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E2EF-515F-498D-8BB9-B67E834CFD61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A5B3-4CC4-0209-13E8-8E171B2A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B389A-B7FC-A943-0CAD-3ABA7BCD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0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9366-760E-B6F8-86DB-D271E92B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BAFE-CECF-5BE9-0FDA-B7FBC03E9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96889-C8EF-D376-97FE-FA94D1D4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633F1-49AD-F3F6-E919-256FDF3D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F7C4-377B-486C-B418-F226256A186D}" type="datetime1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CAFD-385B-F5B8-B168-8A384B77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69EC8-3284-BE0E-0272-7361CDC5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3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3FA8-83C6-1764-588D-A47AE41C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3E0B9-2A06-AF64-6249-5244E2D67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F70F-5E14-46E3-B318-B3BC2348E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8247D-AADF-7A4C-3EC4-54CA90866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318B5-DA4B-0FEA-F474-B27650565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E1393-9DA7-62E0-5BC9-2CBCB0B0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C7D1-9343-474B-834F-BAAC0FAB6A1E}" type="datetime1">
              <a:rPr lang="en-US" smtClean="0"/>
              <a:t>3/30/2024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2E7FC-6A58-DA3B-9995-B3A95921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271AA-56AD-39B6-65D9-E10ECFE4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2B06-9B68-71A3-ED26-B44DD5A2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8BC29-7B80-6181-9D4C-913615C6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BC458-9A26-99DE-3B49-1324F854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AD9B1-644D-4D76-6091-F9153E89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9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393DD-B2BD-E721-F76C-CE4B3924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4DB9D-8971-8E58-DDAB-302E55AC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3C17-5FB1-3622-AF4E-683DB034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0AA1-8973-CF87-2270-65B566C2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1DBE-C63E-96AC-CF85-3E52883E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AB07F-1E3C-A512-3984-322D84CBD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D9F00-DD9A-5C49-06A0-09D62B6C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E7DD-4248-4F50-87C6-FE5804BF2EE3}" type="datetime1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8902C-EB9B-22B1-8A28-F0A1783F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97D3D-57CA-2D35-8068-1BC94C0C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3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59E7-347E-C10B-07A6-C9009C53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C8F97-A035-ECA5-56E7-74FAE0A6D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242C-6920-CF11-0E18-211535CBB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B7E67-1763-F6FD-D51E-D8FD59E6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7905-95D3-4295-AD81-BEC290EDA7F1}" type="datetime1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E877A-FDC2-342D-4900-4D55C516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5C373-F775-A420-BB2F-A2C94E05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F11A-45D8-625C-43C1-38B0C160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919E2-B34B-3C5E-1019-A810731D7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41378-591D-DF9E-6902-24A27042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02E0-7A69-435E-9B5F-F8D61173FBBB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AE94-2AB1-458D-FDAE-9C518C0E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66F9-7746-B039-D872-B77DFEFF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4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AEA68-3E56-0810-AB30-FBD124272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A6F83-4C4A-CA81-EF8A-FD4000337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B7705-BDE6-1934-4436-0125C9F9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56E-1017-49D3-A14E-80AA959BE1C4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18BC-6E2F-E696-CB7D-ADB2B8A8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8A9F-EFFB-E307-8B19-BE9F2B5A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8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C336E-F219-E29B-A59F-8B850FA7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E5D40-BC69-6CB2-DEA0-4A833930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1CFDB-F218-CE66-5FAD-3F6C529F3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CD795-C0A7-4AC1-9893-D470461D3597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C1217-8DA5-15CA-4C87-3A0A283DE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9A03D-3DE9-1615-6582-9238A833D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9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3309-8C5C-B6C1-0D07-0A6330843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presentation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9C86B-2973-BF57-0471-45009B7EB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5263" y="3872626"/>
            <a:ext cx="8522737" cy="1655762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dirty="0"/>
              <a:t>Temperature sweeps up to </a:t>
            </a:r>
            <a:r>
              <a:rPr lang="en-US" b="1" dirty="0"/>
              <a:t>n</a:t>
            </a:r>
            <a:r>
              <a:rPr lang="en-US" dirty="0"/>
              <a:t>=8 (consistent with the paper)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Grid search over </a:t>
            </a:r>
            <a:r>
              <a:rPr lang="el-GR" b="1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γ</a:t>
            </a:r>
            <a:r>
              <a:rPr lang="en-US" dirty="0"/>
              <a:t> and </a:t>
            </a:r>
            <a:r>
              <a:rPr lang="en-US" b="1" i="1" dirty="0"/>
              <a:t>t </a:t>
            </a:r>
            <a:r>
              <a:rPr lang="en-US" dirty="0"/>
              <a:t>up to </a:t>
            </a:r>
            <a:r>
              <a:rPr lang="en-US" b="1" dirty="0"/>
              <a:t>n</a:t>
            </a:r>
            <a:r>
              <a:rPr lang="en-US" dirty="0"/>
              <a:t>=8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C21B8-10F6-6672-21DD-72B360C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B249-BBC1-499F-96FC-17ACFD62C0D2}" type="datetime1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D26D6-10CB-1361-7ACB-B2284E36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B903-3FDC-0DCD-3903-BA71818C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1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156E-53FA-6306-F162-5A40D330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sweep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A72F1-2F5D-41BB-9B10-3D83724F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5C2B7-CD75-20B9-DD9B-9999AC01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75BED-7DEB-D8AC-98C7-FF676984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C2CD7-2FF4-CF23-3FA3-5B5A8E2658C1}"/>
              </a:ext>
            </a:extLst>
          </p:cNvPr>
          <p:cNvSpPr txBox="1"/>
          <p:nvPr/>
        </p:nvSpPr>
        <p:spPr>
          <a:xfrm>
            <a:off x="5873423" y="835833"/>
            <a:ext cx="699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over 100 random </a:t>
            </a:r>
            <a:r>
              <a:rPr lang="en-US" dirty="0" err="1"/>
              <a:t>Ising</a:t>
            </a:r>
            <a:r>
              <a:rPr lang="en-US" dirty="0"/>
              <a:t> instances: h</a:t>
            </a:r>
            <a:r>
              <a:rPr lang="en-US" baseline="-25000" dirty="0"/>
              <a:t>i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J</a:t>
            </a:r>
            <a:r>
              <a:rPr lang="en-US" baseline="-25000" dirty="0" err="1"/>
              <a:t>ij</a:t>
            </a:r>
            <a:r>
              <a:rPr lang="en-US" dirty="0"/>
              <a:t> ~ N(0,1)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FD742-3069-ED86-AE3D-EB626E4C1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957" y="3871167"/>
            <a:ext cx="2801337" cy="2165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E38547-FFC8-656B-6847-F90C52409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015" y="3856428"/>
            <a:ext cx="2801337" cy="2165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9B74A7-F9D0-6C95-8B0A-167F453F2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899" y="3871167"/>
            <a:ext cx="2801337" cy="21657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412C5A-9AD4-C06C-47B1-CCEF8E866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777" y="1705427"/>
            <a:ext cx="2801337" cy="21657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99FB60-D1C9-D303-C949-AEBB9A835E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338" y="1690688"/>
            <a:ext cx="2801337" cy="2165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43945A-8B0F-3E38-2740-B31430DD5B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898" y="1705427"/>
            <a:ext cx="2801338" cy="216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6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32DA1B-BB6E-92F9-E47A-2BA6FECB76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12" r="46428"/>
          <a:stretch/>
        </p:blipFill>
        <p:spPr>
          <a:xfrm>
            <a:off x="1036804" y="3293815"/>
            <a:ext cx="3244407" cy="26893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B0E82B-8E7D-00FC-545D-6FE28069C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335" y="1595028"/>
            <a:ext cx="6769408" cy="3397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E03D4E-CB53-C38C-24B8-B3385DDE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search over </a:t>
            </a:r>
            <a:r>
              <a:rPr lang="el-GR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γ</a:t>
            </a:r>
            <a:r>
              <a:rPr lang="en-US" dirty="0"/>
              <a:t> and </a:t>
            </a:r>
            <a:r>
              <a:rPr lang="en-US" b="1" i="1" dirty="0"/>
              <a:t>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2BF3F-A509-8160-5896-493F5E71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3BC78-C961-4999-90F6-69D0D895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315B8-5D4F-44F9-E0C6-502E7297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3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DD359-07D8-1FB9-1FB1-28E40C9383E8}"/>
              </a:ext>
            </a:extLst>
          </p:cNvPr>
          <p:cNvSpPr/>
          <p:nvPr/>
        </p:nvSpPr>
        <p:spPr>
          <a:xfrm>
            <a:off x="5029200" y="4054891"/>
            <a:ext cx="633774" cy="477615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3A7CDD-CF14-B7C2-E312-88C16C47A0A5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3461693"/>
            <a:ext cx="1447800" cy="5931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91BD75-7C0A-47BF-9F64-CE32B4C0920A}"/>
              </a:ext>
            </a:extLst>
          </p:cNvPr>
          <p:cNvCxnSpPr>
            <a:cxnSpLocks/>
          </p:cNvCxnSpPr>
          <p:nvPr/>
        </p:nvCxnSpPr>
        <p:spPr>
          <a:xfrm flipV="1">
            <a:off x="3581400" y="4532506"/>
            <a:ext cx="1447800" cy="105329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20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D7CADBC-BCC1-E198-B68D-2A5C31BAA4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304" r="46257"/>
          <a:stretch/>
        </p:blipFill>
        <p:spPr>
          <a:xfrm>
            <a:off x="692614" y="3134185"/>
            <a:ext cx="3198069" cy="27053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B1B010-B084-FCB6-46E1-F920BB981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151" y="1139117"/>
            <a:ext cx="7515225" cy="37719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2BF3F-A509-8160-5896-493F5E71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3BC78-C961-4999-90F6-69D0D895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315B8-5D4F-44F9-E0C6-502E7297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4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DD359-07D8-1FB9-1FB1-28E40C9383E8}"/>
              </a:ext>
            </a:extLst>
          </p:cNvPr>
          <p:cNvSpPr/>
          <p:nvPr/>
        </p:nvSpPr>
        <p:spPr>
          <a:xfrm>
            <a:off x="4572000" y="3890930"/>
            <a:ext cx="731520" cy="489069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3A7CDD-CF14-B7C2-E312-88C16C47A0A5}"/>
              </a:ext>
            </a:extLst>
          </p:cNvPr>
          <p:cNvCxnSpPr>
            <a:cxnSpLocks/>
          </p:cNvCxnSpPr>
          <p:nvPr/>
        </p:nvCxnSpPr>
        <p:spPr>
          <a:xfrm flipH="1" flipV="1">
            <a:off x="3209366" y="3379505"/>
            <a:ext cx="1362634" cy="5114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91BD75-7C0A-47BF-9F64-CE32B4C0920A}"/>
              </a:ext>
            </a:extLst>
          </p:cNvPr>
          <p:cNvCxnSpPr>
            <a:cxnSpLocks/>
          </p:cNvCxnSpPr>
          <p:nvPr/>
        </p:nvCxnSpPr>
        <p:spPr>
          <a:xfrm flipV="1">
            <a:off x="3209366" y="4379999"/>
            <a:ext cx="1362634" cy="106203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54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0168742-CD0E-5641-061F-678918E3D7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24" r="46411"/>
          <a:stretch/>
        </p:blipFill>
        <p:spPr>
          <a:xfrm>
            <a:off x="534376" y="3078559"/>
            <a:ext cx="3350848" cy="282956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F4FD08-A73A-8D3A-59C4-121B7E259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F633B5-8E72-406F-AD8F-CD30F8DE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1D782-ADCD-DA60-C9CB-D6D6AD2F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80F55-D2BF-88B8-32D6-DD3E7DA02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855" y="1156970"/>
            <a:ext cx="7515225" cy="3771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BF6D418-7A40-3264-0B5B-1DB4907F7194}"/>
              </a:ext>
            </a:extLst>
          </p:cNvPr>
          <p:cNvSpPr/>
          <p:nvPr/>
        </p:nvSpPr>
        <p:spPr>
          <a:xfrm>
            <a:off x="4549140" y="3881120"/>
            <a:ext cx="721322" cy="51673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3C41BF-1FB3-563C-7051-40401DE41CB8}"/>
              </a:ext>
            </a:extLst>
          </p:cNvPr>
          <p:cNvCxnSpPr>
            <a:cxnSpLocks/>
          </p:cNvCxnSpPr>
          <p:nvPr/>
        </p:nvCxnSpPr>
        <p:spPr>
          <a:xfrm flipH="1" flipV="1">
            <a:off x="3176308" y="3397358"/>
            <a:ext cx="1372832" cy="4837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2E214F-70C6-1A76-9942-11BF45B05791}"/>
              </a:ext>
            </a:extLst>
          </p:cNvPr>
          <p:cNvCxnSpPr>
            <a:cxnSpLocks/>
          </p:cNvCxnSpPr>
          <p:nvPr/>
        </p:nvCxnSpPr>
        <p:spPr>
          <a:xfrm flipV="1">
            <a:off x="3176308" y="4397852"/>
            <a:ext cx="1372832" cy="106203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955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E6B6658-13F6-F98B-AA19-688B4E50A9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78" r="46354"/>
          <a:stretch/>
        </p:blipFill>
        <p:spPr>
          <a:xfrm>
            <a:off x="647358" y="3118706"/>
            <a:ext cx="3340617" cy="277570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983750-A8D9-24FD-4591-9EFA11A7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58F7F-B53F-C26A-D0F6-E013ABCE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9D5D0-9F40-8467-5D82-9DFE33B0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312566-FA9E-1AC3-8F04-06CCE576A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129548"/>
            <a:ext cx="7515225" cy="3771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EC24F5A-2009-A3A7-F354-9CF8C9EA48E9}"/>
              </a:ext>
            </a:extLst>
          </p:cNvPr>
          <p:cNvSpPr/>
          <p:nvPr/>
        </p:nvSpPr>
        <p:spPr>
          <a:xfrm>
            <a:off x="4674391" y="3853698"/>
            <a:ext cx="721322" cy="51673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C2B246-DCEB-1CCF-C1B1-28CA85D1008A}"/>
              </a:ext>
            </a:extLst>
          </p:cNvPr>
          <p:cNvCxnSpPr>
            <a:cxnSpLocks/>
          </p:cNvCxnSpPr>
          <p:nvPr/>
        </p:nvCxnSpPr>
        <p:spPr>
          <a:xfrm flipH="1" flipV="1">
            <a:off x="3301559" y="3369936"/>
            <a:ext cx="1372832" cy="4837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56D693-360D-3A69-F47C-6571395C54D1}"/>
              </a:ext>
            </a:extLst>
          </p:cNvPr>
          <p:cNvCxnSpPr>
            <a:cxnSpLocks/>
          </p:cNvCxnSpPr>
          <p:nvPr/>
        </p:nvCxnSpPr>
        <p:spPr>
          <a:xfrm flipV="1">
            <a:off x="3301559" y="4370430"/>
            <a:ext cx="1372832" cy="106203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83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C4408D6-911A-1CDD-5FB9-54CB8F7E65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02" r="47313"/>
          <a:stretch/>
        </p:blipFill>
        <p:spPr>
          <a:xfrm>
            <a:off x="681109" y="3141603"/>
            <a:ext cx="3109762" cy="266864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FBB24-6B22-4137-7D13-F4B6E5BD9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19EB8E-983A-96C9-7070-272509C0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C6EF7-2C01-6E1D-2B28-A59534A1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89D480-2321-54AC-9F21-06F680A46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575" y="1116330"/>
            <a:ext cx="7515225" cy="3771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4F0858-1CDF-AB58-3A9C-18F0473A2394}"/>
              </a:ext>
            </a:extLst>
          </p:cNvPr>
          <p:cNvSpPr/>
          <p:nvPr/>
        </p:nvSpPr>
        <p:spPr>
          <a:xfrm>
            <a:off x="4477287" y="3561080"/>
            <a:ext cx="721322" cy="79613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CA3F1-CD5E-9F6D-B2A3-C1BCFE054872}"/>
              </a:ext>
            </a:extLst>
          </p:cNvPr>
          <p:cNvCxnSpPr>
            <a:cxnSpLocks/>
          </p:cNvCxnSpPr>
          <p:nvPr/>
        </p:nvCxnSpPr>
        <p:spPr>
          <a:xfrm flipH="1" flipV="1">
            <a:off x="3104455" y="3356718"/>
            <a:ext cx="1372832" cy="2043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8787D6-A9AA-4593-19DC-CE77A27D466E}"/>
              </a:ext>
            </a:extLst>
          </p:cNvPr>
          <p:cNvCxnSpPr>
            <a:cxnSpLocks/>
          </p:cNvCxnSpPr>
          <p:nvPr/>
        </p:nvCxnSpPr>
        <p:spPr>
          <a:xfrm flipV="1">
            <a:off x="3104455" y="4357212"/>
            <a:ext cx="1372832" cy="106203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32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9ADFCDA-834B-B8C0-D76C-DF43D6A166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10" r="48076"/>
          <a:stretch/>
        </p:blipFill>
        <p:spPr>
          <a:xfrm>
            <a:off x="775028" y="3145076"/>
            <a:ext cx="3106746" cy="266898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34EA1-6933-65D2-66D0-41FCE9EB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7FFF7-418A-8AB1-FD04-61704949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DCE20-69A0-40B4-C208-2BED55C5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EEDDE7-EE5D-E5B5-F93F-4F0DC84B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320" y="1106170"/>
            <a:ext cx="7515225" cy="3771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E25B1D-10FE-CBD2-D365-35CAC6EB5713}"/>
              </a:ext>
            </a:extLst>
          </p:cNvPr>
          <p:cNvSpPr/>
          <p:nvPr/>
        </p:nvSpPr>
        <p:spPr>
          <a:xfrm>
            <a:off x="4603096" y="3550920"/>
            <a:ext cx="721322" cy="79613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904AE6-1E19-2BA3-CF09-CD812B0D2E4A}"/>
              </a:ext>
            </a:extLst>
          </p:cNvPr>
          <p:cNvCxnSpPr>
            <a:cxnSpLocks/>
          </p:cNvCxnSpPr>
          <p:nvPr/>
        </p:nvCxnSpPr>
        <p:spPr>
          <a:xfrm flipH="1" flipV="1">
            <a:off x="3230264" y="3346558"/>
            <a:ext cx="1372832" cy="2043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E1A13B-6432-DA4D-A2E9-A0C89906EC55}"/>
              </a:ext>
            </a:extLst>
          </p:cNvPr>
          <p:cNvCxnSpPr>
            <a:cxnSpLocks/>
          </p:cNvCxnSpPr>
          <p:nvPr/>
        </p:nvCxnSpPr>
        <p:spPr>
          <a:xfrm flipV="1">
            <a:off x="3230264" y="4347052"/>
            <a:ext cx="1372832" cy="106203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4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0AB5C-B433-3086-191E-3B0BE15C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00D6ED-5784-C43E-3B7A-15D17D08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E7164-146F-C9F4-8A20-80B2CA7E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F658C7-88CA-A14F-AB8A-ABA8FBAB2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565" y="136525"/>
            <a:ext cx="5795412" cy="29050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BF9424-31E2-6163-3959-85329719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030" y="2987171"/>
            <a:ext cx="7412552" cy="299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44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ADA9C-5F1B-2E1C-9DA6-F64D0AD3E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171BC-7A62-CBA7-7A2F-422D075A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C8625-05B2-5F08-E2BB-E207077C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10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1FEFC7-B2D8-54DD-4067-00172AABB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148" y="416368"/>
            <a:ext cx="6213584" cy="3114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D7A466-D38E-7BA7-B746-E6D41B111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673" y="3479056"/>
            <a:ext cx="6731179" cy="27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0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4BF7D-3EEA-D344-BC37-CC88F4B0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BFCA1-8985-7482-92E6-DE9E36B7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9C7CA-219C-C59A-70F4-44418B9C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056C87-E188-64C1-C82D-30E210E93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053" y="161834"/>
            <a:ext cx="5980173" cy="2997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E37DB2-8D76-D0A4-AE3D-C2F7EF41C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749" y="3159490"/>
            <a:ext cx="7418443" cy="299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85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5F44E-476C-A5AC-1F61-3DABF499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7BB99-5504-DCCD-B8FA-DEF5E47B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1EC1F-CCF5-40D1-BB55-844AC2F9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5C5E9-B39C-7D01-5238-02EFC1A88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570" y="300663"/>
            <a:ext cx="5883638" cy="2949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2859AB-5A94-6BD7-E2FF-BE94222EC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655" y="3249930"/>
            <a:ext cx="7298690" cy="294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47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83EBC-2806-E58C-4F34-951D1846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4E7A4-AB38-2FCF-DE1E-9B74D801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DDEA6-43E2-AD2D-420E-DD4906C0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89A8E-BCB0-8EA9-5569-83C56D1E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985" y="300172"/>
            <a:ext cx="5945424" cy="2980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788072-8DAF-D692-C3D7-4F82C2272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875" y="3280410"/>
            <a:ext cx="7360285" cy="298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4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1A9CF-EDC3-D9BA-EFA6-397271BB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CC113-5CA3-EAD5-C759-8092171C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68839-C06F-E047-9135-F026DAD8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A173C-96ED-6F82-9F6D-B1723D58D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29" y="327660"/>
            <a:ext cx="5553542" cy="2783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F92053-87CA-9959-BBE9-B195FED78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115" y="3429000"/>
            <a:ext cx="6875145" cy="278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49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3846</TotalTime>
  <Words>135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Google Sans</vt:lpstr>
      <vt:lpstr>Office Theme</vt:lpstr>
      <vt:lpstr>Progress presentation #1</vt:lpstr>
      <vt:lpstr>Temperature sweep</vt:lpstr>
      <vt:lpstr>Grid search over γ and 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Petr Ivashkov</dc:creator>
  <cp:lastModifiedBy>Petr Ivashkov</cp:lastModifiedBy>
  <cp:revision>71</cp:revision>
  <dcterms:created xsi:type="dcterms:W3CDTF">2024-03-12T15:19:04Z</dcterms:created>
  <dcterms:modified xsi:type="dcterms:W3CDTF">2024-03-31T10:25:17Z</dcterms:modified>
</cp:coreProperties>
</file>