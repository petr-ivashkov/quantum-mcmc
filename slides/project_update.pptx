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6" r:id="rId3"/>
    <p:sldId id="275" r:id="rId4"/>
    <p:sldId id="28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6E29-EBE6-478A-1204-AD884F4D1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38392-087E-0F6B-87FA-769915941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10971-F4A3-2ABB-8A8D-9C7EEF812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24AC6-D761-C05F-7DAC-78FAF6F6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5400D-A584-9C7D-C112-94659AEE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97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0A34-ED62-0E40-EF90-765BBF1D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52B97-C38E-961E-8D65-7D0617742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F2C5D-6B0A-15E9-1C52-756268C2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B45B1-8137-44B8-67EC-0B1558F9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66A4C-F2E2-88C2-4893-F38C3390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5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FA19-32C4-94E2-483E-DAC4D009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9EED7-1C29-96ED-7C3C-57A018E59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0614-C9BE-6DB8-EB9D-CE8605E23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C7132-44C1-50AF-9CD5-A2B74C99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5052C-E3BF-1B45-7B43-1506651E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0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CF9D-0089-9DDF-3C5D-80AF89EF3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F5F60-6F47-AD43-327B-8BD2658AF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68F28-CDE6-D40C-9E37-05A84BBB5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9B440-1C55-8F65-6761-73B05345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1EACB-D7E0-44D2-E4F3-532B900AE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5D962-20F6-4339-B0AA-3FAFF7B9B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40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304C-9CBF-C22C-B009-079E7361B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4B8ED-A3FC-2DC5-5F25-CDF5ABDEE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ABB03-426F-258F-9CCE-50D0C71E4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70411-9838-C87D-45FF-1EE4AA838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F57A7-FE9F-0E23-C5AF-352515BD3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14B66D-89D3-7C60-FE4F-AF2D929C0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4A07E0-DA83-3317-D888-44A894064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BC2450-F05B-1578-EA24-15208AC1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85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8B5C-41EF-5A6A-F228-318131E0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D530A-8ABB-34D1-C530-190FDD81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DC92F-0469-521B-BEF5-04C3B9F0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B8BB6-0B5E-518D-2731-B150A208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0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C2083E-886D-D366-0F56-5BB7C6B97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41945-C59B-61AD-478D-E49B79E6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913EF-E9E4-115E-7064-27DAEFB8E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86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D6821-3495-22E2-EE04-A01D3C8F2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5565E-2C11-ED9C-2226-37B2C332F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E96BA-41F5-6C23-FA88-1466C149D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9B22C-E410-811D-396E-31AD44FC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91BFD-A598-7936-4AA3-73AB21E1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AA961-186E-8D38-F40F-3F893C8A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31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28357-86F4-6A4E-2898-016DD265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C54470-4C74-9DF6-480F-07AF6D546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C647A-992C-EC86-3E01-3DB3D7892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DE67-8B06-B0CF-CB14-4A457BE9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17A1E-D0FD-92F6-F10A-66D69D39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5533A-5ED5-1EE2-C305-86314A1F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1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7A39D-5D40-D6AD-5AEB-A2930B5A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EFCAF-316B-DDDC-F340-6337833FE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2E574-C6BD-23C2-8E0C-BF11E3FE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99AF3-EE94-C712-877D-071EA8475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07C96-B7FD-138A-C9E3-1E15E0BA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43DF71-6BAF-02A7-A381-2E7AF5587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117F4-23D3-9888-AEA3-1851D811B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40543-B825-20AB-AB82-9FE882A26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FB94D-F16F-DB44-1A52-251BC739C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1F742-0A9C-768A-E59A-AEC0ED44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9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532079-51CA-D29D-DBF5-6F81F467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3181B-2B36-9205-4C55-ABFAC6926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85BE8-A2A5-5F5C-4E9F-F52A42623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C36FE-BA26-4B0A-AAB5-91A70013B9D6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12AC9-8F48-0BA0-266B-16249DF66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84B02-3F7C-EFD2-309F-BCC498DD5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5BDC2-5C1E-4F1D-A409-9903317B0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61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78A7F-47C8-8AE3-B53C-D2F8F386D76D}"/>
              </a:ext>
            </a:extLst>
          </p:cNvPr>
          <p:cNvSpPr txBox="1"/>
          <p:nvPr/>
        </p:nvSpPr>
        <p:spPr>
          <a:xfrm>
            <a:off x="2659032" y="454181"/>
            <a:ext cx="605896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Both"/>
            </a:pPr>
            <a:r>
              <a:rPr lang="en-US" sz="2800" dirty="0"/>
              <a:t>How fast does </a:t>
            </a:r>
            <a:r>
              <a:rPr lang="el-GR" sz="2800" b="1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δ</a:t>
            </a:r>
            <a:r>
              <a:rPr lang="en-US" sz="2800" dirty="0"/>
              <a:t> converge with time?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For SK? </a:t>
            </a:r>
          </a:p>
          <a:p>
            <a:pPr lvl="1"/>
            <a:r>
              <a:rPr lang="en-US" sz="2000" dirty="0"/>
              <a:t>For p-spin?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C9857E-B448-D5B8-C75B-A8952356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458" y="2100311"/>
            <a:ext cx="5552786" cy="3008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D8F379-0B9C-9A5B-8B72-777661BB31B3}"/>
              </a:ext>
            </a:extLst>
          </p:cNvPr>
          <p:cNvSpPr txBox="1"/>
          <p:nvPr/>
        </p:nvSpPr>
        <p:spPr>
          <a:xfrm>
            <a:off x="914517" y="5606922"/>
            <a:ext cx="10362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TODO: </a:t>
            </a:r>
            <a:r>
              <a:rPr lang="en-US" sz="2400" dirty="0"/>
              <a:t>Run </a:t>
            </a:r>
            <a:r>
              <a:rPr lang="en-US" sz="2400" dirty="0" err="1"/>
              <a:t>numerics</a:t>
            </a:r>
            <a:r>
              <a:rPr lang="en-US" sz="2400" dirty="0"/>
              <a:t> on </a:t>
            </a:r>
            <a:r>
              <a:rPr lang="en-US" sz="2400" b="1" dirty="0"/>
              <a:t>t</a:t>
            </a:r>
            <a:r>
              <a:rPr lang="en-US" sz="2400" dirty="0"/>
              <a:t> vs </a:t>
            </a:r>
            <a:r>
              <a:rPr lang="en-US" sz="2400" b="1" dirty="0"/>
              <a:t>n</a:t>
            </a:r>
            <a:r>
              <a:rPr lang="en-US" sz="2400" dirty="0"/>
              <a:t> for SK and p-spin and check how t(n) depend on </a:t>
            </a:r>
            <a:r>
              <a:rPr lang="el-GR" sz="2400" b="1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γ</a:t>
            </a:r>
            <a:r>
              <a:rPr lang="en-US" sz="2400" b="1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.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1428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85AF48-847C-92B6-40A3-0FD7885AF1F5}"/>
              </a:ext>
            </a:extLst>
          </p:cNvPr>
          <p:cNvSpPr txBox="1"/>
          <p:nvPr/>
        </p:nvSpPr>
        <p:spPr>
          <a:xfrm>
            <a:off x="1423278" y="907955"/>
            <a:ext cx="9345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(2) Is the optimal </a:t>
            </a:r>
            <a:r>
              <a:rPr lang="el-GR" sz="2800" b="1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γ</a:t>
            </a:r>
            <a:r>
              <a:rPr lang="en-US" sz="2800" dirty="0"/>
              <a:t> related to some phase or phase transition?</a:t>
            </a:r>
            <a:r>
              <a:rPr lang="en-US" sz="2000" b="0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 </a:t>
            </a: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C0806-FDA9-E94B-941C-14B4817AA8D7}"/>
              </a:ext>
            </a:extLst>
          </p:cNvPr>
          <p:cNvSpPr txBox="1"/>
          <p:nvPr/>
        </p:nvSpPr>
        <p:spPr>
          <a:xfrm>
            <a:off x="2899354" y="4607935"/>
            <a:ext cx="63932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TODO: </a:t>
            </a:r>
            <a:r>
              <a:rPr lang="en-US" sz="2400" dirty="0"/>
              <a:t>Find another phase diagram for SK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400" dirty="0">
                <a:sym typeface="Wingdings" panose="05000000000000000000" pitchFamily="2" charset="2"/>
              </a:rPr>
              <a:t>Does it align with the optimal </a:t>
            </a:r>
            <a:r>
              <a:rPr lang="el-GR" sz="2400" b="1" i="0" dirty="0">
                <a:solidFill>
                  <a:srgbClr val="4A4A4A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γ</a:t>
            </a:r>
            <a:r>
              <a:rPr lang="en-US" sz="2400" dirty="0">
                <a:sym typeface="Wingdings" panose="05000000000000000000" pitchFamily="2" charset="2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2400" dirty="0">
                <a:sym typeface="Wingdings" panose="05000000000000000000" pitchFamily="2" charset="2"/>
              </a:rPr>
              <a:t>Does it relate to the localization of eigenstates?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A374A-6FBF-30C0-FE0D-CFF018308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774" y="1941510"/>
            <a:ext cx="3993014" cy="246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45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3E6C23B-4A62-7BA7-65D0-35DD7423AF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32"/>
          <a:stretch/>
        </p:blipFill>
        <p:spPr>
          <a:xfrm>
            <a:off x="785517" y="2587719"/>
            <a:ext cx="6556455" cy="2632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5EBA8F-5B8E-F6E3-FB6C-175461B5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Bottleneck analysis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A137C7-FA97-0F29-7E57-BB09F63B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42855-FC17-4523-944D-6C1C637FC0D6}" type="datetime1">
              <a:rPr lang="en-US" smtClean="0"/>
              <a:t>8/23/2024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06A7D-EE26-E051-CE88-1BE78B25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4B9F-6C8D-48FB-9BF4-CF6E84C56BB7}" type="slidenum">
              <a:rPr lang="en-US" smtClean="0"/>
              <a:t>3</a:t>
            </a:fld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5B0C70-A0EE-3ED1-AF6D-77662C752712}"/>
              </a:ext>
            </a:extLst>
          </p:cNvPr>
          <p:cNvSpPr/>
          <p:nvPr/>
        </p:nvSpPr>
        <p:spPr>
          <a:xfrm>
            <a:off x="8305324" y="2885795"/>
            <a:ext cx="1938183" cy="1869440"/>
          </a:xfrm>
          <a:prstGeom prst="ellipse">
            <a:avLst/>
          </a:prstGeom>
          <a:solidFill>
            <a:schemeClr val="bg1"/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09C6C3-8A7C-2C2C-B880-8B091BC32DD2}"/>
              </a:ext>
            </a:extLst>
          </p:cNvPr>
          <p:cNvSpPr/>
          <p:nvPr/>
        </p:nvSpPr>
        <p:spPr>
          <a:xfrm>
            <a:off x="8563204" y="3658340"/>
            <a:ext cx="492935" cy="479312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C82298-A03B-CC18-53CF-6394044ED211}"/>
              </a:ext>
            </a:extLst>
          </p:cNvPr>
          <p:cNvSpPr/>
          <p:nvPr/>
        </p:nvSpPr>
        <p:spPr>
          <a:xfrm>
            <a:off x="9170849" y="3179028"/>
            <a:ext cx="492935" cy="479312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9C84DE-99DE-A12B-AD3A-0CE3FB561D71}"/>
              </a:ext>
            </a:extLst>
          </p:cNvPr>
          <p:cNvSpPr/>
          <p:nvPr/>
        </p:nvSpPr>
        <p:spPr>
          <a:xfrm>
            <a:off x="9332185" y="3897996"/>
            <a:ext cx="492935" cy="479312"/>
          </a:xfrm>
          <a:prstGeom prst="ellipse">
            <a:avLst/>
          </a:prstGeom>
          <a:solidFill>
            <a:schemeClr val="accent1">
              <a:lumMod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5B5919-7FC5-127D-A1AE-22026E2BD5D3}"/>
              </a:ext>
            </a:extLst>
          </p:cNvPr>
          <p:cNvSpPr/>
          <p:nvPr/>
        </p:nvSpPr>
        <p:spPr>
          <a:xfrm>
            <a:off x="7191604" y="1807768"/>
            <a:ext cx="492935" cy="47931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DFA385-928B-584B-1FE3-125430042478}"/>
              </a:ext>
            </a:extLst>
          </p:cNvPr>
          <p:cNvSpPr/>
          <p:nvPr/>
        </p:nvSpPr>
        <p:spPr>
          <a:xfrm>
            <a:off x="7134383" y="3683462"/>
            <a:ext cx="492935" cy="47931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3E7DF9-BF5F-F24D-D9CA-2C183B69D05C}"/>
              </a:ext>
            </a:extLst>
          </p:cNvPr>
          <p:cNvSpPr/>
          <p:nvPr/>
        </p:nvSpPr>
        <p:spPr>
          <a:xfrm>
            <a:off x="10243507" y="1655369"/>
            <a:ext cx="492935" cy="47931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6C3A4C-74F8-FD85-E13E-DFEDB72DE78F}"/>
              </a:ext>
            </a:extLst>
          </p:cNvPr>
          <p:cNvSpPr/>
          <p:nvPr/>
        </p:nvSpPr>
        <p:spPr>
          <a:xfrm>
            <a:off x="9750572" y="5389169"/>
            <a:ext cx="492935" cy="47931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BDB2E4-F9BA-626F-5BE6-03DD6AC86379}"/>
              </a:ext>
            </a:extLst>
          </p:cNvPr>
          <p:cNvSpPr/>
          <p:nvPr/>
        </p:nvSpPr>
        <p:spPr>
          <a:xfrm>
            <a:off x="11095033" y="3690997"/>
            <a:ext cx="492935" cy="47931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B22BBE-5B93-91A8-7149-158C40521BCA}"/>
              </a:ext>
            </a:extLst>
          </p:cNvPr>
          <p:cNvSpPr/>
          <p:nvPr/>
        </p:nvSpPr>
        <p:spPr>
          <a:xfrm>
            <a:off x="8717555" y="2134681"/>
            <a:ext cx="492935" cy="47931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2EE1C2-3EDF-990F-B6B5-2AF31382182F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7612350" y="2216886"/>
            <a:ext cx="907123" cy="984594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17D063B-7E0B-0F53-4808-37E1CC96DAE4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7658144" y="3820515"/>
            <a:ext cx="647180" cy="25484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C7F1BD0-9D56-6566-AB96-64D46C7FC558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8964023" y="2613993"/>
            <a:ext cx="43130" cy="320062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290D31-28D8-3CAD-7403-D8A3D9BD0D51}"/>
              </a:ext>
            </a:extLst>
          </p:cNvPr>
          <p:cNvCxnSpPr>
            <a:cxnSpLocks/>
          </p:cNvCxnSpPr>
          <p:nvPr/>
        </p:nvCxnSpPr>
        <p:spPr>
          <a:xfrm flipH="1">
            <a:off x="9878373" y="2134681"/>
            <a:ext cx="492935" cy="906076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2E69605-205D-29EC-C5C6-1BBF8326E13C}"/>
              </a:ext>
            </a:extLst>
          </p:cNvPr>
          <p:cNvCxnSpPr>
            <a:cxnSpLocks/>
          </p:cNvCxnSpPr>
          <p:nvPr/>
        </p:nvCxnSpPr>
        <p:spPr>
          <a:xfrm>
            <a:off x="9578652" y="4712034"/>
            <a:ext cx="299721" cy="677135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26191E-4425-0E1B-147B-5D61430FFB66}"/>
              </a:ext>
            </a:extLst>
          </p:cNvPr>
          <p:cNvCxnSpPr>
            <a:cxnSpLocks/>
            <a:stCxn id="12" idx="2"/>
            <a:endCxn id="13" idx="6"/>
          </p:cNvCxnSpPr>
          <p:nvPr/>
        </p:nvCxnSpPr>
        <p:spPr>
          <a:xfrm flipH="1" flipV="1">
            <a:off x="10243507" y="3820515"/>
            <a:ext cx="851526" cy="110138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20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613F8F-E7E2-7F86-1FBA-6106A4D1B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9EA6-A423-41B2-9FB9-A99FAC8B4556}" type="datetime1">
              <a:rPr lang="en-US" smtClean="0"/>
              <a:t>8/23/2024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5C0C5E-3970-FDB8-3121-153B7685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4B9F-6C8D-48FB-9BF4-CF6E84C56BB7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B1F787-7F62-4AE8-0FE4-C13AE1C16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629" y="1421937"/>
            <a:ext cx="7964331" cy="401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52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83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open sans</vt:lpstr>
      <vt:lpstr>Wingdings</vt:lpstr>
      <vt:lpstr>Office Theme</vt:lpstr>
      <vt:lpstr>PowerPoint Presentation</vt:lpstr>
      <vt:lpstr>PowerPoint Presentation</vt:lpstr>
      <vt:lpstr>Bottleneck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 Ivashkov</dc:creator>
  <cp:lastModifiedBy>Petr Ivashkov</cp:lastModifiedBy>
  <cp:revision>2</cp:revision>
  <dcterms:created xsi:type="dcterms:W3CDTF">2024-08-23T08:57:50Z</dcterms:created>
  <dcterms:modified xsi:type="dcterms:W3CDTF">2024-08-23T10:09:14Z</dcterms:modified>
</cp:coreProperties>
</file>