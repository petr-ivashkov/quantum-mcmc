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82" r:id="rId3"/>
    <p:sldId id="287" r:id="rId4"/>
    <p:sldId id="283" r:id="rId5"/>
    <p:sldId id="288" r:id="rId6"/>
    <p:sldId id="281" r:id="rId7"/>
    <p:sldId id="286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28E3-FB02-4B34-86DE-F7C4BBAFA035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B272-C521-40EC-81AA-7D4638B2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1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CA23-9806-6822-52CA-75AD8B6CD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D2A75-9818-1DEE-E5C9-DA29EDE5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D37E-018C-60F0-07C8-3A026BD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A15E-8F17-4CE8-D1A3-E07D505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EA65-246B-E3E2-0715-D6AD569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9EA9-DB9F-B821-720C-CA0E2A60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F370-2654-F4EA-2C2A-0546887A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1E95-6051-0551-A217-E922773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C48D-86CB-4627-BFCB-4746D9178311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7E94-3E07-91BA-03EE-E830A99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3394-F90B-CE76-EAD6-63D4E3A7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78E-692D-0604-B9CF-871561B7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8A15D-96BE-6E08-EA5A-8AB224D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7663-9625-2371-F4D9-6092021B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E2EF-515F-498D-8BB9-B67E834CFD61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A5B3-4CC4-0209-13E8-8E171B2A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389A-B7FC-A943-0CAD-3ABA7BC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9366-760E-B6F8-86DB-D271E92B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BAFE-CECF-5BE9-0FDA-B7FBC03E9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889-C8EF-D376-97FE-FA94D1D4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33F1-49AD-F3F6-E919-256FDF3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F7C4-377B-486C-B418-F226256A186D}" type="datetime1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CAFD-385B-F5B8-B168-8A384B7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69EC8-3284-BE0E-0272-7361CDC5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3FA8-83C6-1764-588D-A47AE41C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E0B9-2A06-AF64-6249-5244E2D6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F70F-5E14-46E3-B318-B3BC2348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8247D-AADF-7A4C-3EC4-54CA9086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318B5-DA4B-0FEA-F474-B27650565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1393-9DA7-62E0-5BC9-2CBCB0B0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C7D1-9343-474B-834F-BAAC0FAB6A1E}" type="datetime1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E7FC-6A58-DA3B-9995-B3A9592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271AA-56AD-39B6-65D9-E10ECFE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2B06-9B68-71A3-ED26-B44DD5A2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BC29-7B80-6181-9D4C-913615C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BC458-9A26-99DE-3B49-1324F85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D9B1-644D-4D76-6091-F9153E89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393DD-B2BD-E721-F76C-CE4B3924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DB9D-8971-8E58-DDAB-302E55AC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3C17-5FB1-3622-AF4E-683DB03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AA1-8973-CF87-2270-65B566C2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1DBE-C63E-96AC-CF85-3E52883E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B07F-1E3C-A512-3984-322D84CB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9F00-DD9A-5C49-06A0-09D62B6C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E7DD-4248-4F50-87C6-FE5804BF2EE3}" type="datetime1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8902C-EB9B-22B1-8A28-F0A1783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97D3D-57CA-2D35-8068-1BC94C0C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9E7-347E-C10B-07A6-C9009C53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8F97-A035-ECA5-56E7-74FAE0A6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242C-6920-CF11-0E18-211535CB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B7E67-1763-F6FD-D51E-D8FD59E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7905-95D3-4295-AD81-BEC290EDA7F1}" type="datetime1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E877A-FDC2-342D-4900-4D55C516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C373-F775-A420-BB2F-A2C94E0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11A-45D8-625C-43C1-38B0C16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919E2-B34B-3C5E-1019-A810731D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1378-591D-DF9E-6902-24A27042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02E0-7A69-435E-9B5F-F8D61173FBBB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E94-2AB1-458D-FDAE-9C518C0E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6F9-7746-B039-D872-B77DFEFF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AEA68-3E56-0810-AB30-FBD124272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6F83-4C4A-CA81-EF8A-FD4000337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7705-BDE6-1934-4436-0125C9F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56E-1017-49D3-A14E-80AA959BE1C4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18BC-6E2F-E696-CB7D-ADB2B8A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A9F-EFFB-E307-8B19-BE9F2B5A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C336E-F219-E29B-A59F-8B850FA7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5D40-BC69-6CB2-DEA0-4A83393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CFDB-F218-CE66-5FAD-3F6C529F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D795-C0A7-4AC1-9893-D470461D3597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C1217-8DA5-15CA-4C87-3A0A283DE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A03D-3DE9-1615-6582-9238A833D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3309-8C5C-B6C1-0D07-0A6330843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717" y="510661"/>
            <a:ext cx="9144000" cy="2387600"/>
          </a:xfrm>
        </p:spPr>
        <p:txBody>
          <a:bodyPr/>
          <a:lstStyle/>
          <a:p>
            <a:r>
              <a:rPr lang="en-US" dirty="0"/>
              <a:t>Semester project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9C86B-2973-BF57-0471-45009B7EB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5263" y="3872626"/>
            <a:ext cx="8522737" cy="1655762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dirty="0"/>
              <a:t>Phase transition and fixed gamma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Schedule optimization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21B8-10F6-6672-21DD-72B360C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D26D6-10CB-1361-7ACB-B2284E36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B903-3FDC-0DCD-3903-BA71818C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1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BCC2-0A9C-89A5-C7E3-6371E30E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transition of </a:t>
            </a:r>
            <a:r>
              <a:rPr lang="en-US" i="1" dirty="0"/>
              <a:t>H(</a:t>
            </a:r>
            <a:r>
              <a:rPr lang="el-GR" b="1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γ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8E935-317F-2217-3F7D-D2A12244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2FC2E-F5EF-0138-A33B-FFFFF83D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B1770-756B-B60E-B81E-E2177D1A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1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E098A-058B-ADA3-FE67-CE8457C5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8D035-52FB-0C16-3669-47A96777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666F9-F6D8-153F-E5B9-EDD7F572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D1CB66-EA8B-F816-0A3C-319148AF5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663" y="2734816"/>
            <a:ext cx="2753874" cy="1543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40EFC9-ACE3-C586-8F99-AAB1E5B7C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225" y="2579368"/>
            <a:ext cx="2744730" cy="1699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5DA1CB-11BE-76A1-7740-A7D016934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461" y="2348149"/>
            <a:ext cx="5042856" cy="2827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3D8016-D004-E6EE-37CA-0FC561EE0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98" y="2205823"/>
            <a:ext cx="5026112" cy="311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1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44312-B264-4BFA-6091-4B60E11C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A7F06-8DC6-5EF7-4988-7100597D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A7D89-55E6-AF6F-5BB3-28332808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CF9BB-A902-51A3-91EC-52D9DDAF8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73264"/>
            <a:ext cx="4553530" cy="27114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579EA5-65ED-56B2-161B-03547D11C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73" y="2063587"/>
            <a:ext cx="4553530" cy="28507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6756A55-C7FA-C908-E34D-2769AEA8D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320" y="1093473"/>
            <a:ext cx="1686925" cy="7811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2420409-6E88-6A29-EC2B-C4C0E61B0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030" y="931560"/>
            <a:ext cx="2438740" cy="9431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E40777-1C42-0270-FEAA-064412089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350" y="5279446"/>
            <a:ext cx="3279300" cy="5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D32DB-F1D3-D1FF-E2AC-AF44BC8D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E9D2D-3536-499B-A618-D6D52CC4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9C9A3-45E8-992D-83A9-9290F72D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5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327A1D-5102-954B-D58A-90306DFC4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024" y="2271668"/>
            <a:ext cx="4781152" cy="31258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523DC5-B3D1-B349-739F-04284C2FC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95" y="2271668"/>
            <a:ext cx="4786432" cy="312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30965-378C-85C6-7AF3-79BECAAD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F6E11-922C-D1D0-B159-ADC943F3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88A41-D68E-ABA3-320A-F8CE5993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624B35-1369-FF42-52B5-25B6EC9B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447"/>
            <a:ext cx="10515600" cy="1325563"/>
          </a:xfrm>
        </p:spPr>
        <p:txBody>
          <a:bodyPr/>
          <a:lstStyle/>
          <a:p>
            <a:r>
              <a:rPr lang="en-US" dirty="0"/>
              <a:t>Schedule optimization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82598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292DB-191D-2692-D56A-840F3240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5EEDC-E431-A52D-3249-19E31EBD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B9611-58A5-D7FA-6796-BD8E1B6D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EF3D8-8F61-2DB6-7916-DA283B4C7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023" y="1506916"/>
            <a:ext cx="7801954" cy="4363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4D125-442B-17AC-4943-990E3439A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03" y="697039"/>
            <a:ext cx="4302921" cy="58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2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96671-B84F-10EC-8906-FE62D4E6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020A6-DDA7-A504-88E4-B29A998A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DCCE3-7DFE-0CD3-069C-EA41A45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8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88D83AC-9032-0D24-E214-8928F69D2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042" y="2057064"/>
            <a:ext cx="4786432" cy="3129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686E6F-7B1F-5914-2F78-F748C6D21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193" y="2057064"/>
            <a:ext cx="4786432" cy="312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progress_presentation_1</Template>
  <TotalTime>7</TotalTime>
  <Words>67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Semester project meeting</vt:lpstr>
      <vt:lpstr>Phase transition of H(γ)</vt:lpstr>
      <vt:lpstr>PowerPoint Presentation</vt:lpstr>
      <vt:lpstr>PowerPoint Presentation</vt:lpstr>
      <vt:lpstr>PowerPoint Presentation</vt:lpstr>
      <vt:lpstr>Schedule optimization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 Ivashkov</dc:creator>
  <cp:lastModifiedBy>Petr Ivashkov</cp:lastModifiedBy>
  <cp:revision>2</cp:revision>
  <dcterms:created xsi:type="dcterms:W3CDTF">2024-07-04T08:49:31Z</dcterms:created>
  <dcterms:modified xsi:type="dcterms:W3CDTF">2024-07-04T08:57:02Z</dcterms:modified>
</cp:coreProperties>
</file>